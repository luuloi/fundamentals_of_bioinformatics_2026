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6" autoAdjust="0"/>
    <p:restoredTop sz="94660"/>
  </p:normalViewPr>
  <p:slideViewPr>
    <p:cSldViewPr snapToGrid="0">
      <p:cViewPr varScale="1">
        <p:scale>
          <a:sx n="86" d="100"/>
          <a:sy n="86" d="100"/>
        </p:scale>
        <p:origin x="48" y="1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6CCEF-ED00-F43C-B1FB-28B2F81B5F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3A7967-4D49-1D88-7BE6-26E86C5340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AE766-9946-0DFD-CCD4-F7E7E28F6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A6E08-A88D-4779-BFEE-2B2C7F5D2072}" type="datetimeFigureOut">
              <a:rPr lang="en-AU" smtClean="0"/>
              <a:t>3/07/2026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1D4B10-51C4-C55B-BA3F-78112CC56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F3ED0D-497D-DA85-2794-FC57936E7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C20AF-DF52-47CF-A14A-08F74F03B23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4064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B7BD6-F929-0A41-E5B9-5B5C83583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3BA71-7D19-EB56-861F-6D2095B0D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235BD7-31F8-23A5-B698-7E733B83C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A6E08-A88D-4779-BFEE-2B2C7F5D2072}" type="datetimeFigureOut">
              <a:rPr lang="en-AU" smtClean="0"/>
              <a:t>3/07/2026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95706-E888-DDA4-5AAE-6B6FC260E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917098-65EC-A516-D0CD-9669BC80E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C20AF-DF52-47CF-A14A-08F74F03B23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0306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9DBFC-6976-4D95-C115-7A347C6F7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C6C56-129E-2DAA-2770-CE207622C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FF28F-87AC-B774-394F-869B0A9A2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A6E08-A88D-4779-BFEE-2B2C7F5D2072}" type="datetimeFigureOut">
              <a:rPr lang="en-AU" smtClean="0"/>
              <a:t>3/07/2026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D675C-7898-D1BF-0CB3-FAC0D9F5E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6EA3B-BE9B-20FC-8F41-C3DAE522D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C20AF-DF52-47CF-A14A-08F74F03B23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7166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5E82B-C2AA-62B4-0AC2-283F95222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C2561-864B-A26C-5703-BC11076076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EFD5FD-B209-CB83-AFD3-717D3A3DB3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FB4106-010E-E055-3E61-AB6CA61E4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A6E08-A88D-4779-BFEE-2B2C7F5D2072}" type="datetimeFigureOut">
              <a:rPr lang="en-AU" smtClean="0"/>
              <a:t>3/07/2026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9107C5-947C-86F6-2F7C-107EB58CF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4F74CB-E257-48BB-8242-32E526AA4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C20AF-DF52-47CF-A14A-08F74F03B23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0636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D54F5-F196-0114-29CC-C3F932B18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CBF09-CDC9-88E3-19CA-63B331F87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CF511A-5A14-08CC-5F6B-CAEFA805FB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73681F-E020-BFE2-FE06-CF256C51E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BB2A97-8BBE-F70D-0320-3CC8BE2A46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455C70-E4F4-2018-1413-D54518CDC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A6E08-A88D-4779-BFEE-2B2C7F5D2072}" type="datetimeFigureOut">
              <a:rPr lang="en-AU" smtClean="0"/>
              <a:t>3/07/2026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F9CDEB-B7B3-F1B9-F277-C3F04E31F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DC60A5-0FA0-EDD2-F783-18A34327C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C20AF-DF52-47CF-A14A-08F74F03B23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7749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2670B-175C-28B8-2B86-30422A96D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DF8FCC-F6A1-498A-5FC0-2C2C5560C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A6E08-A88D-4779-BFEE-2B2C7F5D2072}" type="datetimeFigureOut">
              <a:rPr lang="en-AU" smtClean="0"/>
              <a:t>3/07/2026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F19F9A-5513-3FC3-1BA4-C14925ED9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7D6A3D-6F1B-C9FC-D20A-00427B671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C20AF-DF52-47CF-A14A-08F74F03B23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4135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53D6CB-C26B-FBCF-BA63-EB923FAB6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A6E08-A88D-4779-BFEE-2B2C7F5D2072}" type="datetimeFigureOut">
              <a:rPr lang="en-AU" smtClean="0"/>
              <a:t>3/07/2026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E5AEB9-63F6-2B93-70AE-8A8ACA884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0D1A64-16BB-ABA0-D323-61DB39A95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C20AF-DF52-47CF-A14A-08F74F03B23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4451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6EA8B-0D1E-E2D0-F023-CA09543EC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B841A-041C-564C-A240-E93D6D0B1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770EE4-A361-C2A6-0F0F-176DB9AB23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FF3AF0-143E-C5CD-D130-CB374BBF5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A6E08-A88D-4779-BFEE-2B2C7F5D2072}" type="datetimeFigureOut">
              <a:rPr lang="en-AU" smtClean="0"/>
              <a:t>3/07/2026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7C21CC-9622-98B5-20CF-03A58136D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BC7294-BE19-854F-3C53-568A7D3A7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C20AF-DF52-47CF-A14A-08F74F03B23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7646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B4359-06EF-7437-D7BA-2F18D4E7C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D74913-B8DA-7165-DC5A-3B13278EDF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F0C8D3-08EB-9AE7-0D20-4AAC585EA4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8F6F3B-BA7B-187E-FC2B-43794AE71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A6E08-A88D-4779-BFEE-2B2C7F5D2072}" type="datetimeFigureOut">
              <a:rPr lang="en-AU" smtClean="0"/>
              <a:t>3/07/2026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63D698-EFB5-6A66-74CE-BAA942C23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603EB0-8E08-941C-C2A0-6850B4EC2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C20AF-DF52-47CF-A14A-08F74F03B23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0050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A6A08-5485-524A-E9B6-2D30A9D15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BC9004-D6BF-FC0F-212F-A395A34E54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FA3352-21C6-91A2-0E77-F72C0BBD5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A6E08-A88D-4779-BFEE-2B2C7F5D2072}" type="datetimeFigureOut">
              <a:rPr lang="en-AU" smtClean="0"/>
              <a:t>3/07/2026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2EF5F-7A6C-DA5C-6397-3ADBBEE02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6FBA7-049B-7FF0-7D2E-934CAE828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C20AF-DF52-47CF-A14A-08F74F03B23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3395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772876-8D29-9F88-AE06-5612DA9E2B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883EB5-8FFD-6E8D-A0DF-3A17ACD000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B6975-F136-2996-AEAC-A7B0617F4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A6E08-A88D-4779-BFEE-2B2C7F5D2072}" type="datetimeFigureOut">
              <a:rPr lang="en-AU" smtClean="0"/>
              <a:t>3/07/2026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50501-3F27-B8F3-BFF2-32B274F49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EF22E-A244-9AA9-3B57-C592C7682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C20AF-DF52-47CF-A14A-08F74F03B23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0706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0F0824-BFFD-1C8C-737A-54CAC8268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6B6281-8469-B155-F4C2-B77161A80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91A16-755B-C245-E604-900C98E89F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A6E08-A88D-4779-BFEE-2B2C7F5D2072}" type="datetimeFigureOut">
              <a:rPr lang="en-AU" smtClean="0"/>
              <a:t>3/07/2026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86977-7C5C-0B30-7D13-97AF93D4B4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48C3A-5FAD-6708-3503-631FD1C0EB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5C20AF-DF52-47CF-A14A-08F74F03B23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044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AE5F702-0D98-30A6-6D99-6AD52E199A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2263"/>
          <a:stretch/>
        </p:blipFill>
        <p:spPr>
          <a:xfrm>
            <a:off x="385840" y="1839682"/>
            <a:ext cx="5649201" cy="33362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848BDC-A5B1-1DE7-124F-5F4B772F1E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8545"/>
          <a:stretch/>
        </p:blipFill>
        <p:spPr>
          <a:xfrm>
            <a:off x="6525483" y="770313"/>
            <a:ext cx="5341637" cy="5137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812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Luu Loi</dc:creator>
  <cp:lastModifiedBy>Luu Loi</cp:lastModifiedBy>
  <cp:revision>1</cp:revision>
  <dcterms:created xsi:type="dcterms:W3CDTF">2026-07-03T07:36:47Z</dcterms:created>
  <dcterms:modified xsi:type="dcterms:W3CDTF">2026-07-03T07:44:08Z</dcterms:modified>
</cp:coreProperties>
</file>